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0bde8cfe2c48df" /><Relationship Type="http://schemas.openxmlformats.org/officeDocument/2006/relationships/extended-properties" Target="/docProps/app.xml" Id="R21a6c69135354ac2" /><Relationship Type="http://schemas.openxmlformats.org/officeDocument/2006/relationships/officeDocument" Target="/ppt/presentation.xml" Id="Rd585bd9a6eb34b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5ef04d35624eca"/>
  </p:sldMasterIdLst>
  <p:notesMasterIdLst>
    <p:notesMasterId xmlns:r="http://schemas.openxmlformats.org/officeDocument/2006/relationships" r:id="Rf4f36c54a8224e1c"/>
  </p:notesMasterIdLst>
  <p:sldIdLst>
    <p:sldId xmlns:r="http://schemas.openxmlformats.org/officeDocument/2006/relationships" id="256" r:id="R3e6e4cbf348a4b55"/>
    <p:sldId xmlns:r="http://schemas.openxmlformats.org/officeDocument/2006/relationships" id="257" r:id="Rae7aa45453724c5c"/>
    <p:sldId xmlns:r="http://schemas.openxmlformats.org/officeDocument/2006/relationships" id="258" r:id="R5678d250bc4d4a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a6bf27a7df4096" /><Relationship Type="http://schemas.openxmlformats.org/officeDocument/2006/relationships/slideMaster" Target="/ppt/slideMasters/slideMaster1.xml" Id="Rd55ef04d35624eca" /><Relationship Type="http://schemas.openxmlformats.org/officeDocument/2006/relationships/notesMaster" Target="/ppt/notesMasters/notesMaster1.xml" Id="Rf4f36c54a8224e1c" /><Relationship Type="http://schemas.openxmlformats.org/officeDocument/2006/relationships/presProps" Target="/ppt/presProps.xml" Id="R1a28d1fb4d9444aa" /><Relationship Type="http://schemas.openxmlformats.org/officeDocument/2006/relationships/tableStyles" Target="/ppt/tableStyles.xml" Id="Recbbe93689f64289" /><Relationship Type="http://schemas.openxmlformats.org/officeDocument/2006/relationships/slide" Target="/ppt/slides/slide1.xml" Id="R3e6e4cbf348a4b55" /><Relationship Type="http://schemas.openxmlformats.org/officeDocument/2006/relationships/slide" Target="/ppt/slides/slide2.xml" Id="Rae7aa45453724c5c" /><Relationship Type="http://schemas.openxmlformats.org/officeDocument/2006/relationships/slide" Target="/ppt/slides/slide3.xml" Id="R5678d250bc4d4a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0b6a92f01b49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259da8f58341e6" /><Relationship Type="http://schemas.openxmlformats.org/officeDocument/2006/relationships/notesMaster" Target="/ppt/notesMasters/notesMaster1.xml" Id="R8f5c768e677544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b175ccba1e49f0" /><Relationship Type="http://schemas.openxmlformats.org/officeDocument/2006/relationships/notesMaster" Target="/ppt/notesMasters/notesMaster1.xml" Id="R342576b645ef46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751496fc6a4b1d" /><Relationship Type="http://schemas.openxmlformats.org/officeDocument/2006/relationships/notesMaster" Target="/ppt/notesMasters/notesMaster1.xml" Id="R610f60de5a7c40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STSC-1 generated telemetry fixture.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STSC-1 generated telemetry fixture.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STSC-1 generated telemetry fixture.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bc6d56ce4a43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8b57db2676458f" /><Relationship Type="http://schemas.openxmlformats.org/officeDocument/2006/relationships/slideLayout" Target="/ppt/slideLayouts/slideLayout1.xml" Id="R046ddc6d822542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6ddc6d822542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2d55067eb4d3c" /><Relationship Type="http://schemas.openxmlformats.org/officeDocument/2006/relationships/notesSlide" Target="/ppt/notesSlides/notesSlide1.xml" Id="R1850b08169b74d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72520ac1f4e9d" /><Relationship Type="http://schemas.openxmlformats.org/officeDocument/2006/relationships/notesSlide" Target="/ppt/notesSlides/notesSlide2.xml" Id="Rc593b3f78aac40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678cae12c4ea7" /><Relationship Type="http://schemas.openxmlformats.org/officeDocument/2006/relationships/notesSlide" Target="/ppt/notesSlides/notesSlide3.xml" Id="Rf9a9ac9b59c445c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FF485A6A-811C-4A3F-9FDD-B4A66899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PROJECT AURORA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A23B5E5-842F-4958-A300-2B82E600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Recovery readiness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3228345-2589-4095-92A1-6871D9F6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Telemetry evidence and restart authority</a:t>
            </a:r>
          </a:p>
        </p:txBody>
      </p:sp>
    </p:spTree>
    <p:extLst>
      <p:ext uri="{BB962C8B-B14F-4D97-AF65-F5344CB8AC3E}">
        <p14:creationId xmlns:p14="http://schemas.microsoft.com/office/powerpoint/2010/main" val="12859124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D672023-EADD-4C57-913F-E4B6AAFF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Variance recovered; integrity remains open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7A6506-8C41-4176-9637-57ECFB12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Two windows pass 4.5%; packet-digest reconciliation is still incomplete.</a:t>
            </a:r>
          </a:p>
        </p:txBody>
      </p:sp>
      <p:graphicFrame>
        <p:nvGraphicFramePr>
          <p:cNvPr id="7" name="telemetry-table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190750"/>
                <a:gridCol w="2190750"/>
                <a:gridCol w="2286000"/>
                <a:gridCol w="2355818"/>
              </a:tblGrid>
              <a:tr h="489857">
                <a:tc>
                  <a:txBody>
                    <a:bodyPr/>
                    <a:lstStyle/>
                    <a:p>
                      <a:r>
                        <a:t>Time 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Device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Ledger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Difference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Variance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14:27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12,840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12,690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1.2%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14:32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13,220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12,257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963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7.3%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14:37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13,610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12,916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694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5.1%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14:42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14,002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13,315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687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4.9%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14:47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14,395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13,847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3.8%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14:52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14,788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14,276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3.5%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CD25A45-2D37-4BAA-8DC3-273741E5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633859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ED6599F-3D7A-42E5-A1AB-EBA53CCF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7E8C63-A2B2-43F2-81B3-60B1510D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Verify twice, then restart</a:t>
            </a:r>
          </a:p>
        </p:txBody>
      </p:sp>
      <p:sp>
        <p:nvSpPr>
          <p:cNvPr id="3" name="actions">
            <a:extLst xmlns:a="http://schemas.openxmlformats.org/drawingml/2006/main">
              <a:ext uri="{FF2B5EF4-FFF2-40B4-BE49-F238E27FC236}">
                <a16:creationId xmlns:a16="http://schemas.microsoft.com/office/drawing/2014/main" id="{EF28222E-1F8C-40EB-A2DA-E1C746B2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4762500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Recalibrate sensors</a:t>
            </a:r>
          </a:p>
          <a:p xmlns:a="http://schemas.openxmlformats.org/drawingml/2006/main">
            <a:pPr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Reconcile raw packets</a:t>
            </a:r>
          </a:p>
          <a:p xmlns:a="http://schemas.openxmlformats.org/drawingml/2006/main">
            <a:pPr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 the digest</a:t>
            </a:r>
          </a:p>
        </p:txBody>
      </p:sp>
    </p:spTree>
    <p:extLst>
      <p:ext uri="{BB962C8B-B14F-4D97-AF65-F5344CB8AC3E}">
        <p14:creationId xmlns:p14="http://schemas.microsoft.com/office/powerpoint/2010/main" val="82679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2026-07-30T01:33:54.8050000Z</dcterms:created>
  <dcterms:modified xsi:type="dcterms:W3CDTF">2026-07-30T01:33:54.8050000Z</dcterms:modified>
</coreProperties>
</file>